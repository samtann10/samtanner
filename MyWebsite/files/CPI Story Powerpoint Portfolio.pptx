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729B17C-E33B-4519-B415-4C2ACBE20F5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CPI Story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9FF44B0-9A9E-44F0-B9AE-3AFFCE49D18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1/23/26 21:01:44 MST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10" id="2" name="slide2">
            <a:extLst>
              <a:ext uri="{FF2B5EF4-FFF2-40B4-BE49-F238E27FC236}">
                <a16:creationId xmlns:a16="http://schemas.microsoft.com/office/drawing/2014/main" id="{C345C246-4784-4172-8CB1-AF4B85CCBC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1" id="3" name="slide3">
            <a:extLst>
              <a:ext uri="{FF2B5EF4-FFF2-40B4-BE49-F238E27FC236}">
                <a16:creationId xmlns:a16="http://schemas.microsoft.com/office/drawing/2014/main" id="{F9D25E39-C399-471D-A89B-C2F7F86CA5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9" id="4" name="slide4">
            <a:extLst>
              <a:ext uri="{FF2B5EF4-FFF2-40B4-BE49-F238E27FC236}">
                <a16:creationId xmlns:a16="http://schemas.microsoft.com/office/drawing/2014/main" id="{CC118B0A-5086-47B2-A927-ED6A45A509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8" id="5" name="slide5">
            <a:extLst>
              <a:ext uri="{FF2B5EF4-FFF2-40B4-BE49-F238E27FC236}">
                <a16:creationId xmlns:a16="http://schemas.microsoft.com/office/drawing/2014/main" id="{0C36841E-3855-4A25-A5E7-F0D628E7AF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5" id="6" name="slide6">
            <a:extLst>
              <a:ext uri="{FF2B5EF4-FFF2-40B4-BE49-F238E27FC236}">
                <a16:creationId xmlns:a16="http://schemas.microsoft.com/office/drawing/2014/main" id="{058016FA-C441-441C-97A0-1BFEE7CE5D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6" id="7" name="slide7">
            <a:extLst>
              <a:ext uri="{FF2B5EF4-FFF2-40B4-BE49-F238E27FC236}">
                <a16:creationId xmlns:a16="http://schemas.microsoft.com/office/drawing/2014/main" id="{735C5045-3091-47BF-BB7F-36A24F7C98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4" id="8" name="slide8">
            <a:extLst>
              <a:ext uri="{FF2B5EF4-FFF2-40B4-BE49-F238E27FC236}">
                <a16:creationId xmlns:a16="http://schemas.microsoft.com/office/drawing/2014/main" id="{20B64DED-C148-4B2D-943E-14330FEA6E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Prices: Where We&amp;apos;ve Been and Where We&amp;apos;re Going7" id="9" name="slide9">
            <a:extLst>
              <a:ext uri="{FF2B5EF4-FFF2-40B4-BE49-F238E27FC236}">
                <a16:creationId xmlns:a16="http://schemas.microsoft.com/office/drawing/2014/main" id="{55E80889-18B4-458B-A13C-946CE4076F0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2026-01-24T04:01:44Z</dcterms:created>
  <dcterms:modified xsi:type="dcterms:W3CDTF">2026-01-24T04:01:44Z</dcterms:modified>
</cp:coreProperties>
</file>
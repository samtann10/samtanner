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0F9D1C8-AA28-402A-8CC4-E4B5F7AA5F6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Global_Religious_Trends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979E723-E9D7-4A38-8E85-572D29AF4C9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1/23/26 21:10:13 MST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ope" id="2" name="slide2">
            <a:extLst>
              <a:ext uri="{FF2B5EF4-FFF2-40B4-BE49-F238E27FC236}">
                <a16:creationId xmlns:a16="http://schemas.microsoft.com/office/drawing/2014/main" id="{3B0FD71C-AEB8-4184-98E4-58FE087F3E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25" y="0"/>
            <a:ext cx="10939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patial - Perecent of popultation" id="3" name="slide3">
            <a:extLst>
              <a:ext uri="{FF2B5EF4-FFF2-40B4-BE49-F238E27FC236}">
                <a16:creationId xmlns:a16="http://schemas.microsoft.com/office/drawing/2014/main" id="{1AE2280B-CB21-4B06-A25E-253D629692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36" y="0"/>
            <a:ext cx="11316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bble" id="4" name="slide4">
            <a:extLst>
              <a:ext uri="{FF2B5EF4-FFF2-40B4-BE49-F238E27FC236}">
                <a16:creationId xmlns:a16="http://schemas.microsoft.com/office/drawing/2014/main" id="{F3FEC095-AE77-43BA-8525-8CDBB26921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061" y="0"/>
            <a:ext cx="7389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Religious Landscape" id="5" name="slide5">
            <a:extLst>
              <a:ext uri="{FF2B5EF4-FFF2-40B4-BE49-F238E27FC236}">
                <a16:creationId xmlns:a16="http://schemas.microsoft.com/office/drawing/2014/main" id="{6D821428-1283-4C72-AA1B-5139F097E4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Global Religious Landscape1" id="6" name="slide6">
            <a:extLst>
              <a:ext uri="{FF2B5EF4-FFF2-40B4-BE49-F238E27FC236}">
                <a16:creationId xmlns:a16="http://schemas.microsoft.com/office/drawing/2014/main" id="{E36C25BF-4512-4C13-9E9E-484D1F92E3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Global Religious Landscape2" id="7" name="slide7">
            <a:extLst>
              <a:ext uri="{FF2B5EF4-FFF2-40B4-BE49-F238E27FC236}">
                <a16:creationId xmlns:a16="http://schemas.microsoft.com/office/drawing/2014/main" id="{BBEC3017-DDF3-472F-BC6C-AE7339E09C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Global Religious Landscape3" id="8" name="slide8">
            <a:extLst>
              <a:ext uri="{FF2B5EF4-FFF2-40B4-BE49-F238E27FC236}">
                <a16:creationId xmlns:a16="http://schemas.microsoft.com/office/drawing/2014/main" id="{531BA32E-1E0D-4B05-989C-312A7B924C5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Global Religious Landscape4" id="9" name="slide9">
            <a:extLst>
              <a:ext uri="{FF2B5EF4-FFF2-40B4-BE49-F238E27FC236}">
                <a16:creationId xmlns:a16="http://schemas.microsoft.com/office/drawing/2014/main" id="{654EF20E-9DC9-4F39-89BF-12F7D8C5DE9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2026-01-24T04:10:16Z</dcterms:created>
  <dcterms:modified xsi:type="dcterms:W3CDTF">2026-01-24T04:10:16Z</dcterms:modified>
</cp:coreProperties>
</file>